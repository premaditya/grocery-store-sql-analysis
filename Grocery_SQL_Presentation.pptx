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7" r:id="rId17"/>
    <p:sldId id="259" r:id="rId18"/>
  </p:sldIdLst>
  <p:sldSz cx="12192000" cy="6858000"/>
  <p:notesSz cx="6858000" cy="9144000"/>
  <p:embeddedFontLst>
    <p:embeddedFont>
      <p:font typeface="Lato Black" panose="020F0502020204030203" pitchFamily="34" charset="0"/>
      <p:bold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prem-aditya-dhulipala-627a4326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remaditya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347049"/>
            <a:ext cx="724618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Grocery Store Management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693849" y="1475018"/>
            <a:ext cx="10613058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Name :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	Dhulipala Prem Aditya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Background :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	B.Tech Graduate from Chalapathi Institute of Engineering and 	Technology college.</a:t>
            </a:r>
          </a:p>
          <a:p>
            <a:pPr marL="342900" lvl="0" indent="-34290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My Interest to learn Data Science : </a:t>
            </a:r>
          </a:p>
          <a:p>
            <a:pPr lvl="2">
              <a:buClr>
                <a:schemeClr val="dk1"/>
              </a:buClr>
              <a:buSzPts val="1800"/>
            </a:pPr>
            <a:r>
              <a:rPr lang="en-US" sz="2400" dirty="0"/>
              <a:t>	I want to learn data science to use data-driven insights for solving 	real-world problems</a:t>
            </a:r>
          </a:p>
          <a:p>
            <a:pPr marL="342900" lvl="0" indent="-34290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Work Experience : 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en-US" sz="2400" dirty="0"/>
              <a:t>	Fresher - Currently learning Data Science &amp; Analytics</a:t>
            </a:r>
          </a:p>
          <a:p>
            <a:pPr marL="342900" lvl="0" indent="-34290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LinkedIn -</a:t>
            </a:r>
            <a:r>
              <a:rPr lang="en-IN" sz="2400" dirty="0"/>
              <a:t> </a:t>
            </a:r>
            <a:r>
              <a:rPr lang="en-IN" sz="2400" dirty="0">
                <a:hlinkClick r:id="rId3"/>
              </a:rPr>
              <a:t>www.linkedin.com/in/prem-aditya-dhulipala-627a43268</a:t>
            </a:r>
            <a:endParaRPr lang="en-IN" sz="2400" dirty="0"/>
          </a:p>
          <a:p>
            <a:pPr marL="342900" lvl="0" indent="-34290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GitHub –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https://github.com/premaditya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B0BB9C-7F29-376E-6151-548CB644D057}"/>
              </a:ext>
            </a:extLst>
          </p:cNvPr>
          <p:cNvSpPr txBox="1"/>
          <p:nvPr/>
        </p:nvSpPr>
        <p:spPr>
          <a:xfrm>
            <a:off x="1134207" y="1266093"/>
            <a:ext cx="1046870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design and implement a relational database for a grocery store system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import and manage structured data using SQL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analyze customer purchasing behavior and identify high-value customers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evaluate product performance based on sales and revenue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study sales trends over time for better business decision-making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assess supplier and employee contributions to overall business performance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 derive meaningful insights using SQL techniques such as joins, aggregations, and filtering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C7393E-D5B0-A1AB-B3FB-8163F7E141F7}"/>
              </a:ext>
            </a:extLst>
          </p:cNvPr>
          <p:cNvSpPr txBox="1"/>
          <p:nvPr/>
        </p:nvSpPr>
        <p:spPr>
          <a:xfrm>
            <a:off x="589085" y="351692"/>
            <a:ext cx="5389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Objective of the Project:</a:t>
            </a:r>
          </a:p>
          <a:p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shot 2026-04-28 1857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61" y="1988540"/>
            <a:ext cx="7365860" cy="42627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31" y="144231"/>
            <a:ext cx="10515600" cy="132556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Entity Relationship Diagram:</a:t>
            </a:r>
            <a:br>
              <a:rPr lang="en-US" sz="1600" b="1" dirty="0"/>
            </a:br>
            <a:br>
              <a:rPr lang="en-US" sz="1600" b="1" dirty="0"/>
            </a:br>
            <a:br>
              <a:rPr lang="en-US" sz="1600" dirty="0"/>
            </a:br>
            <a:endParaRPr sz="16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3D459-DA50-0B76-6E52-4D166407359F}"/>
              </a:ext>
            </a:extLst>
          </p:cNvPr>
          <p:cNvSpPr txBox="1"/>
          <p:nvPr/>
        </p:nvSpPr>
        <p:spPr>
          <a:xfrm>
            <a:off x="852854" y="1970955"/>
            <a:ext cx="9856177" cy="88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E3057FF-9754-D424-6B58-9B516041C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284" y="10653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 diagram represents the structure and relationships between different tables in the database.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shows how entities like customers, orders, products, and suppliers are connected.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relationships help in performing efficient joins and accurate data analysis.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54" y="136525"/>
            <a:ext cx="10515600" cy="848213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Database Schema Overview:</a:t>
            </a:r>
            <a:br>
              <a:rPr lang="en-IN" sz="2400" b="1" dirty="0">
                <a:solidFill>
                  <a:srgbClr val="FF0000"/>
                </a:solidFill>
              </a:rPr>
            </a:br>
            <a:endParaRPr sz="2400" dirty="0">
              <a:solidFill>
                <a:schemeClr val="tx1"/>
              </a:solidFill>
            </a:endParaRPr>
          </a:p>
        </p:txBody>
      </p:sp>
      <p:pic>
        <p:nvPicPr>
          <p:cNvPr id="5" name="Picture 4" descr="Screenshot 2026-04-29 1505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4" y="1529862"/>
            <a:ext cx="4317023" cy="4441623"/>
          </a:xfrm>
          <a:prstGeom prst="rect">
            <a:avLst/>
          </a:prstGeom>
        </p:spPr>
      </p:pic>
      <p:pic>
        <p:nvPicPr>
          <p:cNvPr id="6" name="Picture 5" descr="Screenshot 2026-04-29 1505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595" y="1529862"/>
            <a:ext cx="4563208" cy="3973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9A18CE-A084-2900-7374-9F2CF95EA3DD}"/>
              </a:ext>
            </a:extLst>
          </p:cNvPr>
          <p:cNvSpPr txBox="1"/>
          <p:nvPr/>
        </p:nvSpPr>
        <p:spPr>
          <a:xfrm>
            <a:off x="1099038" y="560631"/>
            <a:ext cx="8976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query is used to list all the tables present in the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helps in understanding the overall structure of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result shows all available tables in the grocery database.</a:t>
            </a:r>
            <a:endParaRPr lang="en-I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778" y="118940"/>
            <a:ext cx="10515600" cy="13255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result shows the schema details of key tables in the database.</a:t>
            </a:r>
            <a:endParaRPr sz="2000" dirty="0"/>
          </a:p>
        </p:txBody>
      </p:sp>
      <p:pic>
        <p:nvPicPr>
          <p:cNvPr id="5" name="Picture 4" descr="Screenshot 2026-04-29 1506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22" y="1354015"/>
            <a:ext cx="5055577" cy="5272244"/>
          </a:xfrm>
          <a:prstGeom prst="rect">
            <a:avLst/>
          </a:prstGeom>
        </p:spPr>
      </p:pic>
      <p:pic>
        <p:nvPicPr>
          <p:cNvPr id="6" name="Picture 5" descr="Screenshot 2026-04-29 1507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169" y="2085588"/>
            <a:ext cx="3657600" cy="38090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-20637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 5 Customers Based on Total Spend</a:t>
            </a:r>
            <a:endParaRPr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shot 2026-04-29 1507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7" y="2392405"/>
            <a:ext cx="11733893" cy="2303585"/>
          </a:xfrm>
          <a:prstGeom prst="rect">
            <a:avLst/>
          </a:prstGeom>
        </p:spPr>
      </p:pic>
      <p:pic>
        <p:nvPicPr>
          <p:cNvPr id="6" name="Picture 5" descr="Screenshot 2026-04-29 150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860313"/>
            <a:ext cx="3657600" cy="16713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7FCE16-47EA-DFB5-14D9-12233509B8A5}"/>
              </a:ext>
            </a:extLst>
          </p:cNvPr>
          <p:cNvSpPr txBox="1"/>
          <p:nvPr/>
        </p:nvSpPr>
        <p:spPr>
          <a:xfrm>
            <a:off x="987215" y="735121"/>
            <a:ext cx="94781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query identifies the top 5 customers who have spent the most on purchases.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helps in recognizing high-value customers contributing significantly to revenue.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result highlights customers who are most important for business profitability.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" y="-297657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Products with Highest Sales Volume (By Quantity):</a:t>
            </a:r>
            <a:endParaRPr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shot 2026-04-29 1508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9" y="2892669"/>
            <a:ext cx="8163401" cy="2409092"/>
          </a:xfrm>
          <a:prstGeom prst="rect">
            <a:avLst/>
          </a:prstGeom>
        </p:spPr>
      </p:pic>
      <p:pic>
        <p:nvPicPr>
          <p:cNvPr id="6" name="Picture 5" descr="Screenshot 2026-04-29 1509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288" y="365125"/>
            <a:ext cx="2936919" cy="5804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F5BADE-EBFE-CB83-9284-EB10B6060283}"/>
              </a:ext>
            </a:extLst>
          </p:cNvPr>
          <p:cNvSpPr txBox="1"/>
          <p:nvPr/>
        </p:nvSpPr>
        <p:spPr>
          <a:xfrm>
            <a:off x="770793" y="703385"/>
            <a:ext cx="79130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query calculates total quantity sold for each product in descending order.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helps identify the most in-demand and frequently purchased products.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result shows which products have the highest sales volume.</a:t>
            </a:r>
            <a:endParaRPr lang="en-IN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960" y="-26609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Monthly Trends in Order Volume and Revenue:</a:t>
            </a:r>
            <a:endParaRPr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shot 2026-04-29 1509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34" y="2558561"/>
            <a:ext cx="7931612" cy="3024554"/>
          </a:xfrm>
          <a:prstGeom prst="rect">
            <a:avLst/>
          </a:prstGeom>
        </p:spPr>
      </p:pic>
      <p:pic>
        <p:nvPicPr>
          <p:cNvPr id="6" name="Picture 5" descr="Screenshot 2026-04-29 151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446" y="2250831"/>
            <a:ext cx="3657600" cy="39463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AC7459-0695-7105-66B4-E64F5A3B15E5}"/>
              </a:ext>
            </a:extLst>
          </p:cNvPr>
          <p:cNvSpPr txBox="1"/>
          <p:nvPr/>
        </p:nvSpPr>
        <p:spPr>
          <a:xfrm>
            <a:off x="1019908" y="839568"/>
            <a:ext cx="113684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query analyzes the number of orders and total revenue generated each month.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helps in understanding seasonal trends and business performance over time.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result shows how sales and orders vary across months.</a:t>
            </a:r>
            <a:endParaRPr lang="en-I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08" y="-30790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Top Suppliers by Total Product Sales:</a:t>
            </a:r>
            <a:endParaRPr sz="32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shot 2026-04-29 151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2611315"/>
            <a:ext cx="7074041" cy="3094893"/>
          </a:xfrm>
          <a:prstGeom prst="rect">
            <a:avLst/>
          </a:prstGeom>
        </p:spPr>
      </p:pic>
      <p:pic>
        <p:nvPicPr>
          <p:cNvPr id="6" name="Picture 5" descr="Screenshot 2026-04-29 1511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792" y="3011473"/>
            <a:ext cx="3657600" cy="17318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04C348-E77F-EFF7-F37D-6CCFA52AC832}"/>
              </a:ext>
            </a:extLst>
          </p:cNvPr>
          <p:cNvSpPr txBox="1"/>
          <p:nvPr/>
        </p:nvSpPr>
        <p:spPr>
          <a:xfrm>
            <a:off x="1380393" y="694592"/>
            <a:ext cx="101814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query evaluates supplier contribution based on total revenue generated from their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helps identify suppliers that play a key role in business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result ranks suppliers in descending order of their contribution.</a:t>
            </a:r>
            <a:endParaRPr lang="en-IN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" y="-19214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Total Sales Processed by Each Employee:</a:t>
            </a:r>
            <a:endParaRPr sz="32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shot 2026-04-29 151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1" y="3006970"/>
            <a:ext cx="7812471" cy="2162907"/>
          </a:xfrm>
          <a:prstGeom prst="rect">
            <a:avLst/>
          </a:prstGeom>
        </p:spPr>
      </p:pic>
      <p:pic>
        <p:nvPicPr>
          <p:cNvPr id="6" name="Picture 5" descr="Screenshot 2026-04-29 1512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148" y="2783726"/>
            <a:ext cx="4057478" cy="3224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061B57-E952-EBD6-99D2-69BA3D6BFC87}"/>
              </a:ext>
            </a:extLst>
          </p:cNvPr>
          <p:cNvSpPr txBox="1"/>
          <p:nvPr/>
        </p:nvSpPr>
        <p:spPr>
          <a:xfrm>
            <a:off x="747680" y="966758"/>
            <a:ext cx="112629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query calculates total sales handled by each employee in descending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helps measure employee performance and contribution to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result highlights top-performing employees based on sales handled.</a:t>
            </a:r>
            <a:endParaRPr lang="en-IN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16540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Average Order Value:</a:t>
            </a:r>
            <a:endParaRPr sz="32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shot 2026-04-29 1513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54" y="2967410"/>
            <a:ext cx="7600355" cy="2181208"/>
          </a:xfrm>
          <a:prstGeom prst="rect">
            <a:avLst/>
          </a:prstGeom>
        </p:spPr>
      </p:pic>
      <p:pic>
        <p:nvPicPr>
          <p:cNvPr id="6" name="Picture 5" descr="Screenshot 2026-04-29 151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646" y="3429000"/>
            <a:ext cx="3657600" cy="1258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196A3F-88E3-73C3-F491-DB1A41F20509}"/>
              </a:ext>
            </a:extLst>
          </p:cNvPr>
          <p:cNvSpPr txBox="1"/>
          <p:nvPr/>
        </p:nvSpPr>
        <p:spPr>
          <a:xfrm>
            <a:off x="1046285" y="1015296"/>
            <a:ext cx="109933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query calculates the average value of all orders placed.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helps understand the typical spending per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result gives insight into overall customer purchasing behavior.</a:t>
            </a:r>
            <a:endParaRPr lang="en-IN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608" y="-26792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Average Order Value Handled by Each Employee:</a:t>
            </a:r>
            <a:endParaRPr sz="32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shot 2026-04-29 1514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92" y="2756131"/>
            <a:ext cx="6496377" cy="3332285"/>
          </a:xfrm>
          <a:prstGeom prst="rect">
            <a:avLst/>
          </a:prstGeom>
        </p:spPr>
      </p:pic>
      <p:pic>
        <p:nvPicPr>
          <p:cNvPr id="6" name="Picture 5" descr="Screenshot 2026-04-29 1514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769" y="2431329"/>
            <a:ext cx="4994031" cy="37538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1EB416-7293-FA72-75CF-ED080FCF9E29}"/>
              </a:ext>
            </a:extLst>
          </p:cNvPr>
          <p:cNvSpPr txBox="1"/>
          <p:nvPr/>
        </p:nvSpPr>
        <p:spPr>
          <a:xfrm>
            <a:off x="1005254" y="864162"/>
            <a:ext cx="11043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query calculates the average order value managed by each employee.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helps evaluate how efficiently employees handle high-value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result compares employee performance based on average order value.</a:t>
            </a:r>
            <a:endParaRPr lang="en-IN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D6216D-8071-6F01-8157-274636F89040}"/>
              </a:ext>
            </a:extLst>
          </p:cNvPr>
          <p:cNvSpPr txBox="1"/>
          <p:nvPr/>
        </p:nvSpPr>
        <p:spPr>
          <a:xfrm>
            <a:off x="1315915" y="1137958"/>
            <a:ext cx="10418885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project successfully demonstrated how SQL can be used to analyze real-world business data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Key insights were identified regarding customer behavior, product performance, and sales trends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small group of customers and products contributed significantly to overall revenue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Sales patterns over time highlighted opportunities for better inventory and demand planning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Supplier and employee performance played an important role in business outcomes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Overall, the analysis supports data-driven decision-making to improve efficiency and profitability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526F9-C9B3-E8B3-B6D5-2E880DB8F9FE}"/>
              </a:ext>
            </a:extLst>
          </p:cNvPr>
          <p:cNvSpPr txBox="1"/>
          <p:nvPr/>
        </p:nvSpPr>
        <p:spPr>
          <a:xfrm>
            <a:off x="457200" y="553183"/>
            <a:ext cx="396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Conclusion: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AD364F-6685-64A6-A054-70FC446497A9}"/>
              </a:ext>
            </a:extLst>
          </p:cNvPr>
          <p:cNvSpPr txBox="1"/>
          <p:nvPr/>
        </p:nvSpPr>
        <p:spPr>
          <a:xfrm>
            <a:off x="975946" y="3991707"/>
            <a:ext cx="11605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314F5E-EB21-60CA-D5E8-A4BBC78E4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015" y="1089898"/>
            <a:ext cx="1121898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hands-on experience in designing relational databases and working with multiple related tables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understanding of SQL concepts such as joins, aggregations, and subqueries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how to extract meaningful insights from raw data for business analysis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Faced challenges in managing foreign key constraints during data import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Worked through errors in queries and improved debugging skills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Understood the importance of proper data types (especially handling date formats)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enhanced problem-solving and analytical thinking skills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15282B-2CD0-CB14-DB8F-C13ACC51B239}"/>
              </a:ext>
            </a:extLst>
          </p:cNvPr>
          <p:cNvSpPr txBox="1"/>
          <p:nvPr/>
        </p:nvSpPr>
        <p:spPr>
          <a:xfrm>
            <a:off x="395655" y="505123"/>
            <a:ext cx="7816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Experience &amp; Challenges Faced:</a:t>
            </a:r>
          </a:p>
        </p:txBody>
      </p:sp>
    </p:spTree>
    <p:extLst>
      <p:ext uri="{BB962C8B-B14F-4D97-AF65-F5344CB8AC3E}">
        <p14:creationId xmlns:p14="http://schemas.microsoft.com/office/powerpoint/2010/main" val="814337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3FBF6C2-F8B8-D23D-E702-595CA053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470" y="1310055"/>
            <a:ext cx="6283567" cy="314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980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725</Words>
  <Application>Microsoft Office PowerPoint</Application>
  <PresentationFormat>Widescreen</PresentationFormat>
  <Paragraphs>106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Lato Black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Entity Relationship Diagram:   </vt:lpstr>
      <vt:lpstr>Database Schema Overview: </vt:lpstr>
      <vt:lpstr>The result shows the schema details of key tables in the database.</vt:lpstr>
      <vt:lpstr>Top 5 Customers Based on Total Spend</vt:lpstr>
      <vt:lpstr>Products with Highest Sales Volume (By Quantity):</vt:lpstr>
      <vt:lpstr>Monthly Trends in Order Volume and Revenue:</vt:lpstr>
      <vt:lpstr>Top Suppliers by Total Product Sales:</vt:lpstr>
      <vt:lpstr>Total Sales Processed by Each Employee:</vt:lpstr>
      <vt:lpstr>Average Order Value:</vt:lpstr>
      <vt:lpstr>Average Order Value Handled by Each Employee: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Prem aditya Dhulipala</cp:lastModifiedBy>
  <cp:revision>2</cp:revision>
  <dcterms:created xsi:type="dcterms:W3CDTF">2021-02-16T05:19:01Z</dcterms:created>
  <dcterms:modified xsi:type="dcterms:W3CDTF">2026-04-30T14:59:35Z</dcterms:modified>
</cp:coreProperties>
</file>